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6400800" cy="6400800"/>
          </a:xfrm>
          <a:prstGeom prst="ellipse">
            <a:avLst/>
          </a:prstGeom>
          <a:solidFill>
            <a:srgbClr val="1E2761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2743200"/>
            <a:ext cx="4572000" cy="45720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文档自动排版助手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9A8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驱动的智能 Word 格式编排平台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743200"/>
            <a:ext cx="1828800" cy="3657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017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DeepSeek AI + python-docx 实现 | 零规则硬编码，AI 理解一切格式差异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doc-formatter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· 华润电力 · 智能信息化平台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为什么需要这个平台？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3716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1887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⏱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17043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手动排版耗时易错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4813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一份报告手动调整字号行距，平均花费 15-30 分钟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0574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📏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203911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规范难以统一执行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23500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团队成员对格式标准理解不一致，产出参差不齐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92608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290779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正则匹配精度差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32186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国标用语如「公文格式各要素一般用3号仿宋体字」常被漏检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79476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📚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71600" y="377647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多文档格式统一困难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71600" y="40873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批量文档逐一修改效率极低，缺乏自动化工具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核心工作流程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3716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463040"/>
            <a:ext cx="1463040" cy="164592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63040"/>
            <a:ext cx="146304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6002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📤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21031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上传文档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423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待排版 .docx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28800" y="18288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8090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148840" y="1463040"/>
            <a:ext cx="1463040" cy="164592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148840" y="1463040"/>
            <a:ext cx="1463040" cy="45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2148840" y="16002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148840" y="21031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分析差异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148840" y="2423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V3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11880" y="18288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8090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931920" y="1463040"/>
            <a:ext cx="1463040" cy="164592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931920" y="1463040"/>
            <a:ext cx="146304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3931920" y="16002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931920" y="21031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生成指令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931920" y="2423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 JSON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94960" y="18288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8090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715000" y="1463040"/>
            <a:ext cx="1463040" cy="164592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715000" y="1463040"/>
            <a:ext cx="146304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5715000" y="16002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715000" y="21031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引擎执行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715000" y="2423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python-docx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178040" y="18288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8090"/>
                </a:solidFill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498080" y="1463040"/>
            <a:ext cx="1463040" cy="164592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498080" y="1463040"/>
            <a:ext cx="146304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7498080" y="16002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⬇️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7498080" y="21031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下载结果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498080" y="2423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排版后文档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57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用户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10312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理解层（DeepSeek V3）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760720" y="457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代码执行层（python-docx）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48640" y="4023360"/>
            <a:ext cx="8046720" cy="457200"/>
          </a:xfrm>
          <a:prstGeom prst="rect">
            <a:avLst/>
          </a:prstGeom>
          <a:solidFill>
            <a:srgbClr val="E0F2F1"/>
          </a:solidFill>
          <a:ln/>
        </p:spPr>
      </p:sp>
      <p:sp>
        <p:nvSpPr>
          <p:cNvPr id="38" name="Text 36"/>
          <p:cNvSpPr/>
          <p:nvPr/>
        </p:nvSpPr>
        <p:spPr>
          <a:xfrm>
            <a:off x="731520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分工明确：AI 理解格式差异 → 引擎执行精确 XML 操作，结果稳定可复现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三种排版模式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3716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97280"/>
            <a:ext cx="2651760" cy="347472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265176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2801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📝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1828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按指令修改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28600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直接说要求，AI 理解并执行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「把标题改成黑体三号加粗居中」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「正文改成宋体小四号1.5倍行距」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097280"/>
            <a:ext cx="2651760" cy="347472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097280"/>
            <a:ext cx="265176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2801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429000" y="1828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按规范排版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74720" y="228600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上传格式规范文件（.docx / .md / .pdf）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自动读取规范并比对差异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 GB/T 9704-2012 国标用语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097280"/>
            <a:ext cx="2651760" cy="347472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097280"/>
            <a:ext cx="2651760" cy="54864"/>
          </a:xfrm>
          <a:prstGeom prst="rect">
            <a:avLst/>
          </a:prstGeom>
          <a:solidFill>
            <a:srgbClr val="F9A826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2801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🏷️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355080" y="1828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按标杆文档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0" y="228600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上传一份已排好的参考文档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提取其格式特征并套用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让新文档与标杆保持统一风格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理解能力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3716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97280"/>
            <a:ext cx="3840480" cy="34747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88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🧠 理解什么？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正确区分标题与正文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（不依赖 Word 样式名）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支持国标自然语言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「公文格式各要素一般用3号仿宋体字」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06324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理解字号中文名称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二号=22pt, 三号=16pt, 小四=12pt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74904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识别页边距描述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「天头（上白边）为37mm」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4023360" cy="34747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输出结构化 JSON 指令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164592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"indices": [1, 2],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"font": "SimSun",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"size_pt": 12,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"bold": null,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"alignment": "BOTH",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"line_spacing": 1.5,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"first_line_indent_cm": 0.74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知识库管理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3716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188720"/>
            <a:ext cx="2651760" cy="146304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1280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集中管理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格式规范和标杆文档统一存储，团队共享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651760" cy="146304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2900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📂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931920" y="1280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多格式支持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2900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自动解析 .docx / .md / .pdf 格式文件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188720"/>
            <a:ext cx="2651760" cy="146304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5508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858000" y="1280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一键保存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5508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排版后可选择保存到知识库，积累规范资产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926080"/>
            <a:ext cx="8046720" cy="1645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📁 知识库目录结构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3383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知识库/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01-格式规范/        ← 格式规范文件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├── 格式规范.md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├── 党政机关公文格式.pdf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└── 华润电力格式规范_样式库版.docx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02-标杆文档/        ← 标杆参考文档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├── 培训总结_样例.md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└── 异常报告_样例.md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使用流程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3716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0972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1554480"/>
            <a:ext cx="18288" cy="2743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10515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打开浏览器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135331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 http://127.0.0.1:8000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68680" y="2286000"/>
            <a:ext cx="18288" cy="2743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1783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上传文档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20848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拖拽或点击上传待排版的 .docx 文件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25603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68680" y="3017520"/>
            <a:ext cx="18288" cy="2743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1371600" y="2514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选择模式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71600" y="28163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按指令 / 按规范 / 按标杆，三种模式可选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2918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68680" y="3749040"/>
            <a:ext cx="18288" cy="2743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1371600" y="32461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分析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71600" y="35478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3-8 秒完成格式差异分析和指令生成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4023360"/>
            <a:ext cx="457200" cy="457200"/>
          </a:xfrm>
          <a:prstGeom prst="ellipse">
            <a:avLst/>
          </a:prstGeom>
          <a:solidFill>
            <a:srgbClr val="F9A826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71600" y="3977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下载结果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371600" y="42793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获取排版后文档 + AI 变更报告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0" y="4114800"/>
            <a:ext cx="3657600" cy="457200"/>
          </a:xfrm>
          <a:prstGeom prst="rect">
            <a:avLst/>
          </a:prstGeom>
          <a:solidFill>
            <a:srgbClr val="E0F2F1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0" y="4114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整个流程不到 10 秒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技术要点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3716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51560"/>
            <a:ext cx="4023360" cy="109728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25400" dist="12700" dir="162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54864" cy="1097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11247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Hermes Agent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14173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桌面 GUI + TUI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97280" y="16916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开发调试环境，Skill 编排，API 集成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51560"/>
            <a:ext cx="4023360" cy="109728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25400" dist="12700" dir="162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51560"/>
            <a:ext cx="54864" cy="1097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📖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86400" y="11247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Wiki 知识库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0" y="14173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Markdown + pymupdf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0" y="16916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格式规范、标杆文档的结构化管理与检索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331720"/>
            <a:ext cx="4023360" cy="109728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25400" dist="12700" dir="162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331720"/>
            <a:ext cx="54864" cy="1097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97280" y="24048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doc-formatter Skill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26974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SKILL.md 指令集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97280" y="2971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沉淀 AI 排版最佳实践，指导 LLM 执行流程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2331720"/>
            <a:ext cx="4023360" cy="109728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25400" dist="12700" dir="162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331720"/>
            <a:ext cx="54864" cy="1097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486400" y="24048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排版引擎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0" y="26974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 + python-docx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0" y="2971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服务 + .docx XML 底层操作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3611880"/>
            <a:ext cx="4023360" cy="109728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25400" dist="12700" dir="162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3611880"/>
            <a:ext cx="54864" cy="1097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097280" y="3685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适配层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97280" y="39776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DeepSeek API + JSON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97280" y="4251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格式快照分析、差异比对、指令生成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54880" y="3611880"/>
            <a:ext cx="4023360" cy="109728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25400" dist="12700" dir="16200000">
              <a:srgbClr val="000000">
                <a:alpha val="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3611880"/>
            <a:ext cx="54864" cy="1097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7" name="Text 35"/>
          <p:cNvSpPr/>
          <p:nvPr/>
        </p:nvSpPr>
        <p:spPr>
          <a:xfrm>
            <a:off x="493776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5486400" y="3685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前端界面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486400" y="39776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 + CSS + JS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86400" y="4251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文件拖拽上传、模式切换、结果展示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后续改进方向 🚀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3716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51560"/>
            <a:ext cx="4023360" cy="105156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25400" dist="12700" dir="162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54864" cy="10515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11247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参考文献一键插入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14630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从知识库或用户上传的参考文献列表，自动格式化并插入文末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4023360" cy="105156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25400" dist="12700" dir="162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51560"/>
            <a:ext cx="54864" cy="10515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86400" y="11247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表格格式排版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0" y="14630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扩展支持表格内字体、对齐、边框样式的统一调整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286000"/>
            <a:ext cx="4023360" cy="105156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25400" dist="12700" dir="162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286000"/>
            <a:ext cx="54864" cy="10515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97280" y="23591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批量排版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26974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一次上传多份文档，统一应用同一套规范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286000"/>
            <a:ext cx="4023360" cy="105156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25400" dist="12700" dir="162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286000"/>
            <a:ext cx="54864" cy="10515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📑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486400" y="23591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自动生成目录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0" y="26974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根据文档标题层级自动插入目录页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520440"/>
            <a:ext cx="4023360" cy="105156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25400" dist="12700" dir="162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520440"/>
            <a:ext cx="54864" cy="1051560"/>
          </a:xfrm>
          <a:prstGeom prst="rect">
            <a:avLst/>
          </a:prstGeom>
          <a:solidFill>
            <a:srgbClr val="F9A826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📎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097280" y="35935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页眉页脚模板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97280" y="39319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支持预设页眉/页脚/水印的自动填充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3520440"/>
            <a:ext cx="4023360" cy="105156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25400" dist="12700" dir="1620000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520440"/>
            <a:ext cx="54864" cy="1051560"/>
          </a:xfrm>
          <a:prstGeom prst="rect">
            <a:avLst/>
          </a:prstGeom>
          <a:solidFill>
            <a:srgbClr val="F9A826"/>
          </a:solidFill>
          <a:ln/>
        </p:spPr>
      </p:sp>
      <p:sp>
        <p:nvSpPr>
          <p:cNvPr id="32" name="Text 30"/>
          <p:cNvSpPr/>
          <p:nvPr/>
        </p:nvSpPr>
        <p:spPr>
          <a:xfrm>
            <a:off x="493776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486400" y="35935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自定义 AI 指令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486400" y="39319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用户可编写自己的排版规则，AI 理解并执行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828800"/>
            <a:ext cx="73152" cy="16459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8288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97280" y="2651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9A8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理解层 + 代码执行层，分工明确的智能排版方案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🧠 AI 理解层（DeepSeek V3）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3611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真正理解格式差异，不依赖正则硬编码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3977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代码执行层（python-docx）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4389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结果稳定可复现，不依赖 LLM 随机性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 Python 部署 · 可离线执行（除 AI 分析外）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文档自动排版助手</dc:title>
  <dc:subject>PptxGenJS Presentation</dc:subject>
  <dc:creator>doc-formatter</dc:creator>
  <cp:lastModifiedBy>doc-formatter</cp:lastModifiedBy>
  <cp:revision>1</cp:revision>
  <dcterms:created xsi:type="dcterms:W3CDTF">2026-07-15T05:40:47Z</dcterms:created>
  <dcterms:modified xsi:type="dcterms:W3CDTF">2026-07-15T05:40:47Z</dcterms:modified>
</cp:coreProperties>
</file>